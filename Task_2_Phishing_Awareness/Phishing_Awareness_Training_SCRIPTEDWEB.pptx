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Phishing Awareness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Prepared by</a:t>
            </a:r>
          </a:p>
          <a:p>
            <a:r>
              <a:t>Kings Ojore Ojorumi</a:t>
            </a:r>
          </a:p>
          <a:p>
            <a:r>
              <a:t>Prospective Computer Science Student</a:t>
            </a:r>
          </a:p>
          <a:p>
            <a:r>
              <a:t>University of the People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Why This Training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Phishing exploits people</a:t>
            </a:r>
          </a:p>
          <a:p>
            <a:pPr>
              <a:defRPr sz="2000"/>
            </a:pPr>
            <a:r>
              <a:t>Awareness reduces risk</a:t>
            </a:r>
          </a:p>
          <a:p>
            <a:pPr>
              <a:defRPr sz="2000"/>
            </a:pPr>
            <a:r>
              <a:t>Report suspicious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Social engineering</a:t>
            </a:r>
          </a:p>
          <a:p>
            <a:pPr>
              <a:defRPr sz="2000"/>
            </a:pPr>
            <a:r>
              <a:t>Credential theft</a:t>
            </a:r>
          </a:p>
          <a:p>
            <a:pPr>
              <a:defRPr sz="2000"/>
            </a:pPr>
            <a:r>
              <a:t>Trust, fear, urgency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Types of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Email</a:t>
            </a:r>
          </a:p>
          <a:p>
            <a:pPr>
              <a:defRPr sz="2000"/>
            </a:pPr>
            <a:r>
              <a:t>Spear</a:t>
            </a:r>
          </a:p>
          <a:p>
            <a:pPr>
              <a:defRPr sz="2000"/>
            </a:pPr>
            <a:r>
              <a:t>Whaling</a:t>
            </a:r>
          </a:p>
          <a:p>
            <a:pPr>
              <a:defRPr sz="2000"/>
            </a:pPr>
            <a:r>
              <a:t>Smishing</a:t>
            </a:r>
          </a:p>
          <a:p>
            <a:pPr>
              <a:defRPr sz="2000"/>
            </a:pPr>
            <a:r>
              <a:t>Vishing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Anatomy of a Phishing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914400"/>
            <a:ext cx="5029200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From: finance@novacoretech-support.com</a:t>
            </a:r>
          </a:p>
          <a:p>
            <a:r>
              <a:t>Subject: URGENT Invoice</a:t>
            </a:r>
          </a:p>
          <a:p>
            <a:r>
              <a:t>[Download Invoice]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Recognizing Phishing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Check sender</a:t>
            </a:r>
          </a:p>
          <a:p>
            <a:pPr>
              <a:defRPr sz="2000"/>
            </a:pPr>
            <a:r>
              <a:t>Inspect links</a:t>
            </a:r>
          </a:p>
          <a:p>
            <a:pPr>
              <a:defRPr sz="2000"/>
            </a:pPr>
            <a:r>
              <a:t>Beware urgency</a:t>
            </a:r>
          </a:p>
          <a:p>
            <a:pPr>
              <a:defRPr sz="2000"/>
            </a:pPr>
            <a:r>
              <a:t>Attachments</a:t>
            </a:r>
          </a:p>
          <a:p>
            <a:pPr>
              <a:defRPr sz="2000"/>
            </a:pPr>
            <a:r>
              <a:t>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Fake vs Legitimate 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Verify domain</a:t>
            </a:r>
          </a:p>
          <a:p>
            <a:pPr>
              <a:defRPr sz="2000"/>
            </a:pPr>
            <a:r>
              <a:t>HTTPS is not enough</a:t>
            </a:r>
          </a:p>
          <a:p>
            <a:pPr>
              <a:defRPr sz="2000"/>
            </a:pPr>
            <a:r>
              <a:t>Check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Social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Pretexting</a:t>
            </a:r>
          </a:p>
          <a:p>
            <a:pPr>
              <a:defRPr sz="2000"/>
            </a:pPr>
            <a:r>
              <a:t>Baiting</a:t>
            </a:r>
          </a:p>
          <a:p>
            <a:pPr>
              <a:defRPr sz="2000"/>
            </a:pPr>
            <a:r>
              <a:t>Tailgating</a:t>
            </a:r>
          </a:p>
          <a:p>
            <a:pPr>
              <a:defRPr sz="2000"/>
            </a:pPr>
            <a:r>
              <a:t>Quid Pro Quo</a:t>
            </a:r>
          </a:p>
          <a:p>
            <a:pPr>
              <a:defRPr sz="2000"/>
            </a:pPr>
            <a:r>
              <a:t>Smishing</a:t>
            </a:r>
          </a:p>
          <a:p>
            <a:pPr>
              <a:defRPr sz="2000"/>
            </a:pPr>
            <a:r>
              <a:t>Vishing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NovaCoreTech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Spoofed domain</a:t>
            </a:r>
          </a:p>
          <a:p>
            <a:pPr>
              <a:defRPr sz="2000"/>
            </a:pPr>
            <a:r>
              <a:t>Fake invoice</a:t>
            </a:r>
          </a:p>
          <a:p>
            <a:pPr>
              <a:defRPr sz="2000"/>
            </a:pPr>
            <a:r>
              <a:t>Credential theft</a:t>
            </a:r>
          </a:p>
          <a:p>
            <a:pPr>
              <a:defRPr sz="2000"/>
            </a:pPr>
            <a:r>
              <a:t>Financial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Enable MFA</a:t>
            </a:r>
          </a:p>
          <a:p>
            <a:pPr>
              <a:defRPr sz="2000"/>
            </a:pPr>
            <a:r>
              <a:t>Verify requests</a:t>
            </a:r>
          </a:p>
          <a:p>
            <a:pPr>
              <a:defRPr sz="2000"/>
            </a:pPr>
            <a:r>
              <a:t>Report emails</a:t>
            </a:r>
          </a:p>
          <a:p>
            <a:pPr>
              <a:defRPr sz="2000"/>
            </a:pPr>
            <a:r>
              <a:t>Update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Interactive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Spear Phishing?</a:t>
            </a:r>
          </a:p>
          <a:p>
            <a:pPr>
              <a:defRPr sz="2000"/>
            </a:pPr>
            <a:r>
              <a:t>Whaling?</a:t>
            </a:r>
          </a:p>
          <a:p>
            <a:pPr>
              <a:defRPr sz="2000"/>
            </a:pPr>
            <a:r>
              <a:t>Smishing?</a:t>
            </a:r>
          </a:p>
          <a:p>
            <a:pPr>
              <a:defRPr sz="2000"/>
            </a:pPr>
            <a:r>
              <a:t>Tailgating?</a:t>
            </a:r>
          </a:p>
          <a:p>
            <a:pPr>
              <a:defRPr sz="2000"/>
            </a:pPr>
            <a:r>
              <a:t>Vishing?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Questions?</a:t>
            </a:r>
          </a:p>
          <a:p>
            <a:pPr>
              <a:defRPr sz="2000"/>
            </a:pPr>
            <a:r>
              <a:t>Think Before You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SCRIPTEDWEB I.T. Solution | Kings Ojore Ojorumi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265</Words>
  <Application>Microsoft Office PowerPoint</Application>
  <PresentationFormat>Custom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Kings Ojore</cp:lastModifiedBy>
  <cp:revision>1</cp:revision>
  <dcterms:created xsi:type="dcterms:W3CDTF">2013-01-27T09:14:16Z</dcterms:created>
  <dcterms:modified xsi:type="dcterms:W3CDTF">2026-07-29T13:01:14Z</dcterms:modified>
  <cp:category/>
</cp:coreProperties>
</file>