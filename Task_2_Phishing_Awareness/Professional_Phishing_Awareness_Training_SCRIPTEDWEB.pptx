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812AEC-0506-4984-9787-E073E58B84F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BFB37-4334-42CA-AC94-F50675720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9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phishing targets people rather than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43642" y="914400"/>
            <a:ext cx="4599914" cy="22775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/>
            </a:pPr>
            <a:r>
              <a:rPr dirty="0"/>
              <a:t>Phishing Awareness Training</a:t>
            </a:r>
          </a:p>
          <a:p>
            <a:pPr algn="ctr"/>
            <a:r>
              <a:rPr dirty="0"/>
              <a:t>Kings Ojore </a:t>
            </a:r>
            <a:r>
              <a:rPr dirty="0" err="1"/>
              <a:t>Ojorumi</a:t>
            </a:r>
            <a:br>
              <a:rPr dirty="0"/>
            </a:br>
            <a:r>
              <a:rPr lang="en-US" dirty="0"/>
              <a:t>Cybersecurity Student</a:t>
            </a:r>
          </a:p>
          <a:p>
            <a:pPr algn="ctr"/>
            <a:r>
              <a:rPr lang="en-US" dirty="0"/>
              <a:t>University of the People</a:t>
            </a:r>
          </a:p>
          <a:p>
            <a:pPr algn="ctr"/>
            <a:r>
              <a:rPr lang="en-US" dirty="0"/>
              <a:t>SCRIPTEDWEB I.T. Solutions</a:t>
            </a:r>
          </a:p>
          <a:p>
            <a:pPr algn="ctr"/>
            <a:r>
              <a:rPr lang="en-US" b="1" dirty="0"/>
              <a:t>July 2026</a:t>
            </a:r>
            <a:endParaRPr lang="en-US" dirty="0"/>
          </a:p>
          <a:p>
            <a:pPr algn="ctr">
              <a:defRPr sz="2200"/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SCRIPTEDWEB | Phishing Awareness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Phishing?</a:t>
            </a:r>
            <a:br>
              <a:rPr lang="en-US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08012" y="1554162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Social engineering attack</a:t>
            </a:r>
          </a:p>
          <a:p>
            <a:pPr>
              <a:defRPr sz="2000"/>
            </a:pPr>
            <a:r>
              <a:rPr dirty="0"/>
              <a:t>Steals credentials and sensitive information</a:t>
            </a:r>
          </a:p>
          <a:p>
            <a:pPr>
              <a:defRPr sz="2000"/>
            </a:pPr>
            <a:r>
              <a:rPr dirty="0"/>
              <a:t>Exploits trust, urgency and fear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SCRIPTEDWEB | Phishing Awareness 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Phishing</a:t>
            </a:r>
            <a:br>
              <a:rPr lang="en-US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08012" y="1749371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Email Phishing</a:t>
            </a:r>
          </a:p>
          <a:p>
            <a:pPr>
              <a:defRPr sz="2000"/>
            </a:pPr>
            <a:r>
              <a:rPr dirty="0"/>
              <a:t>Spear Phishing</a:t>
            </a:r>
          </a:p>
          <a:p>
            <a:pPr>
              <a:defRPr sz="2000"/>
            </a:pPr>
            <a:r>
              <a:rPr dirty="0"/>
              <a:t>Whaling</a:t>
            </a:r>
          </a:p>
          <a:p>
            <a:pPr>
              <a:defRPr sz="2000"/>
            </a:pPr>
            <a:r>
              <a:rPr dirty="0"/>
              <a:t>Smishing</a:t>
            </a:r>
          </a:p>
          <a:p>
            <a:pPr>
              <a:defRPr sz="2000"/>
            </a:pPr>
            <a:r>
              <a:rPr dirty="0"/>
              <a:t>Vishing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SCRIPTEDWEB | Phishing Awareness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Recognizing Phishing Emails</a:t>
            </a:r>
            <a:br>
              <a:rPr lang="en-US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1931" y="1417638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Spoofed domain</a:t>
            </a:r>
          </a:p>
          <a:p>
            <a:pPr>
              <a:defRPr sz="2000"/>
            </a:pPr>
            <a:r>
              <a:t>Urgent language</a:t>
            </a:r>
          </a:p>
          <a:p>
            <a:pPr>
              <a:defRPr sz="2000"/>
            </a:pPr>
            <a:r>
              <a:t>Generic greeting</a:t>
            </a:r>
          </a:p>
          <a:p>
            <a:pPr>
              <a:defRPr sz="2000"/>
            </a:pPr>
            <a:r>
              <a:t>Unexpected attachment</a:t>
            </a:r>
          </a:p>
          <a:p>
            <a:pPr>
              <a:defRPr sz="2000"/>
            </a:pPr>
            <a:r>
              <a:t>Embedded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SCRIPTEDWEB | Phishing Awareness 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Identifying Fake Websites</a:t>
            </a:r>
            <a:br>
              <a:rPr lang="en-US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1931" y="1394619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Check domain carefully</a:t>
            </a:r>
          </a:p>
          <a:p>
            <a:pPr>
              <a:defRPr sz="2000"/>
            </a:pPr>
            <a:r>
              <a:t>HTTPS helps but is not sufficient</a:t>
            </a:r>
          </a:p>
          <a:p>
            <a:pPr>
              <a:defRPr sz="2000"/>
            </a:pPr>
            <a:r>
              <a:t>Verify certificate</a:t>
            </a:r>
          </a:p>
          <a:p>
            <a:pPr>
              <a:defRPr sz="2000"/>
            </a:pPr>
            <a:r>
              <a:t>Review session/logout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SCRIPTEDWEB | Phishing Awareness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a Phishing Attack Works</a:t>
            </a:r>
            <a:br>
              <a:rPr lang="en-US" dirty="0"/>
            </a:b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6459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Attacker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828800"/>
            <a:ext cx="16459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Phishing Email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828800"/>
            <a:ext cx="16459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Victim Clicks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59" y="1828800"/>
            <a:ext cx="16459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Credential Theft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828800"/>
            <a:ext cx="16459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Unauthorized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SCRIPTEDWEB | Phishing Awareness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Social Engineering</a:t>
            </a:r>
            <a:br>
              <a:rPr lang="en-US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68160" y="1490008"/>
            <a:ext cx="741485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Pretexting</a:t>
            </a:r>
          </a:p>
          <a:p>
            <a:pPr>
              <a:defRPr sz="2000"/>
            </a:pPr>
            <a:r>
              <a:t>Baiting</a:t>
            </a:r>
          </a:p>
          <a:p>
            <a:pPr>
              <a:defRPr sz="2000"/>
            </a:pPr>
            <a:r>
              <a:t>Tailgating</a:t>
            </a:r>
          </a:p>
          <a:p>
            <a:pPr>
              <a:defRPr sz="2000"/>
            </a:pPr>
            <a:r>
              <a:t>Quid Pro Quo</a:t>
            </a:r>
          </a:p>
          <a:p>
            <a:pPr>
              <a:defRPr sz="2000"/>
            </a:pPr>
            <a:r>
              <a:t>Smishing</a:t>
            </a:r>
          </a:p>
          <a:p>
            <a:pPr>
              <a:defRPr sz="2000"/>
            </a:pPr>
            <a:r>
              <a:t>Vishing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SCRIPTEDWEB | Phishing Awareness 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Simulated Phishing Email</a:t>
            </a:r>
            <a:br>
              <a:rPr lang="en-US" dirty="0"/>
            </a:b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6400800" cy="525009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From: finance@novacoretech-support.com</a:t>
            </a:r>
          </a:p>
          <a:p>
            <a:r>
              <a:rPr dirty="0"/>
              <a:t>Subject: URGENT: Outstanding Invoice</a:t>
            </a:r>
          </a:p>
          <a:p>
            <a:endParaRPr dirty="0"/>
          </a:p>
          <a:p>
            <a:r>
              <a:rPr dirty="0"/>
              <a:t>Please download the attached invoice and complete payment today.</a:t>
            </a:r>
          </a:p>
          <a:p>
            <a:endParaRPr dirty="0"/>
          </a:p>
          <a:p>
            <a:r>
              <a:rPr dirty="0"/>
              <a:t>[ Download Invoice ]</a:t>
            </a:r>
          </a:p>
          <a:p>
            <a:endParaRPr dirty="0"/>
          </a:p>
          <a:p>
            <a:r>
              <a:rPr dirty="0"/>
              <a:t>Regards,</a:t>
            </a:r>
          </a:p>
          <a:p>
            <a:r>
              <a:rPr dirty="0"/>
              <a:t>Finance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35240" y="9144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Look for:</a:t>
            </a:r>
          </a:p>
          <a:p>
            <a:r>
              <a:rPr dirty="0"/>
              <a:t>1. Spoofed domain</a:t>
            </a:r>
          </a:p>
          <a:p>
            <a:r>
              <a:rPr dirty="0"/>
              <a:t>2. Urgency</a:t>
            </a:r>
          </a:p>
          <a:p>
            <a:r>
              <a:rPr dirty="0"/>
              <a:t>3. Embedded button</a:t>
            </a:r>
          </a:p>
          <a:p>
            <a:r>
              <a:rPr dirty="0"/>
              <a:t>4. Unexpected request</a:t>
            </a:r>
          </a:p>
          <a:p>
            <a:r>
              <a:rPr dirty="0"/>
              <a:t>5. Suspicious signature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SCRIPTEDWEB | Phishing Awareness 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Best Practices to Prevent Phishing</a:t>
            </a:r>
            <a:br>
              <a:rPr lang="en-US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9565" y="1394619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Enable MFA</a:t>
            </a:r>
          </a:p>
          <a:p>
            <a:pPr>
              <a:defRPr sz="2000"/>
            </a:pPr>
            <a:r>
              <a:rPr dirty="0"/>
              <a:t>Verify requests</a:t>
            </a:r>
          </a:p>
          <a:p>
            <a:pPr>
              <a:defRPr sz="2000"/>
            </a:pPr>
            <a:r>
              <a:rPr dirty="0"/>
              <a:t>Report suspicious emails</a:t>
            </a:r>
          </a:p>
          <a:p>
            <a:pPr>
              <a:defRPr sz="2000"/>
            </a:pPr>
            <a:r>
              <a:rPr dirty="0"/>
              <a:t>Use strong passwords</a:t>
            </a:r>
          </a:p>
          <a:p>
            <a:pPr>
              <a:defRPr sz="2000"/>
            </a:pPr>
            <a:r>
              <a:rPr dirty="0"/>
              <a:t>Keep systems updated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SCRIPTEDWEB | Phishing Awareness 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Interactive Quiz</a:t>
            </a:r>
            <a:br>
              <a:rPr lang="en-US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9565" y="1417638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What is Spear Phishing?</a:t>
            </a:r>
          </a:p>
          <a:p>
            <a:pPr>
              <a:defRPr sz="2000"/>
            </a:pPr>
            <a:r>
              <a:rPr dirty="0"/>
              <a:t>What is Whaling?</a:t>
            </a:r>
          </a:p>
          <a:p>
            <a:pPr>
              <a:defRPr sz="2000"/>
            </a:pPr>
            <a:r>
              <a:rPr dirty="0"/>
              <a:t>What is Smishing?</a:t>
            </a:r>
          </a:p>
          <a:p>
            <a:pPr>
              <a:defRPr sz="2000"/>
            </a:pPr>
            <a:r>
              <a:rPr dirty="0"/>
              <a:t>What is Tailgating?</a:t>
            </a:r>
          </a:p>
          <a:p>
            <a:pPr>
              <a:defRPr sz="2000"/>
            </a:pPr>
            <a:r>
              <a:rPr dirty="0"/>
              <a:t>What is Vishing?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SCRIPTEDWEB | Phishing Awareness Training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Takeaways</a:t>
            </a:r>
            <a:br>
              <a:rPr lang="en-US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Think Before You Click</a:t>
            </a:r>
          </a:p>
          <a:p>
            <a:pPr>
              <a:defRPr sz="2000"/>
            </a:pPr>
            <a:r>
              <a:t>Verify sender identities</a:t>
            </a:r>
          </a:p>
          <a:p>
            <a:pPr>
              <a:defRPr sz="2000"/>
            </a:pPr>
            <a:r>
              <a:t>Report phishing immediately</a:t>
            </a:r>
          </a:p>
          <a:p>
            <a:pPr>
              <a:defRPr sz="2000"/>
            </a:pPr>
            <a:r>
              <a:t>Awareness is your first line of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SCRIPTEDWEB | Phishing Awareness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295</Words>
  <Application>Microsoft Office PowerPoint</Application>
  <PresentationFormat>Custom</PresentationFormat>
  <Paragraphs>84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What is Phishing? </vt:lpstr>
      <vt:lpstr>Types of Phishing </vt:lpstr>
      <vt:lpstr>Recognizing Phishing Emails </vt:lpstr>
      <vt:lpstr>Identifying Fake Websites </vt:lpstr>
      <vt:lpstr>How a Phishing Attack Works </vt:lpstr>
      <vt:lpstr>Social Engineering </vt:lpstr>
      <vt:lpstr>Simulated Phishing Email </vt:lpstr>
      <vt:lpstr>Best Practices to Prevent Phishing </vt:lpstr>
      <vt:lpstr>Interactive Quiz </vt:lpstr>
      <vt:lpstr>Key Takeaways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Kings Ojore</cp:lastModifiedBy>
  <cp:revision>3</cp:revision>
  <dcterms:created xsi:type="dcterms:W3CDTF">2013-01-27T09:14:16Z</dcterms:created>
  <dcterms:modified xsi:type="dcterms:W3CDTF">2026-07-29T10:51:15Z</dcterms:modified>
  <cp:category/>
</cp:coreProperties>
</file>